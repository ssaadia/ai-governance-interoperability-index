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1051560"/>
            <a:ext cx="55778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Governance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Interoperability Index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94944" y="265176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65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 fragmentation and pathways for inclusive global AI governance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4944" y="3429000"/>
            <a:ext cx="2834640" cy="256032"/>
          </a:xfrm>
          <a:prstGeom prst="rect">
            <a:avLst/>
          </a:prstGeom>
          <a:solidFill>
            <a:srgbClr val="1D4E89"/>
          </a:solidFill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synthesis portfolio deck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94944" y="3977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Samina Saadia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4944" y="43434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65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| Digital cooperation | Policy synthesis | Visual communication</a:t>
            </a:r>
            <a:endParaRPr lang="en-US" sz="1250" dirty="0"/>
          </a:p>
        </p:txBody>
      </p:sp>
      <p:pic>
        <p:nvPicPr>
          <p:cNvPr id="7" name="Image 0" descr="/mnt/data/global_ai_governance_networ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546860"/>
            <a:ext cx="4892040" cy="3261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86600" y="55321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465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as a compact, evidence-based portfolio product for international digital governance roles.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0292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Interoperability Index | Samina Saadia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AI governance interoperability matters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 and AI risks move across borders faster than policy systems can align.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600200"/>
            <a:ext cx="52120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policy challenge is not to force one global model, but to help different governance systems communicate, compare, cooperate, and learn.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49808" y="3337560"/>
            <a:ext cx="5212080" cy="19202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laws, principles, standards, and institutional models are emerging at the same time.</a:t>
            </a:r>
            <a:endParaRPr lang="en-US" sz="1550" dirty="0"/>
          </a:p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Fragmentation can make cooperation, accountability, and implementation harder.</a:t>
            </a:r>
            <a:endParaRPr lang="en-US" sz="1550" dirty="0"/>
          </a:p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Interoperability creates practical bridges: shared vocabulary, risk taxonomies, standards exchange, policy dialogue, and capacity support.</a:t>
            </a:r>
            <a:endParaRPr lang="en-US" sz="1550" dirty="0"/>
          </a:p>
        </p:txBody>
      </p:sp>
      <p:pic>
        <p:nvPicPr>
          <p:cNvPr id="6" name="Image 0" descr="/mnt/data/from_fragmentation_to_interoper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821180"/>
            <a:ext cx="5440680" cy="36271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Interoperability Index | Samina Saadia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Study design and analytical approach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 comparative mapping of selected global, regional, and national AI governance frameworks.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Selected frameworks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2011680"/>
            <a:ext cx="502920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High-level Advisory Body on AI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AI Governance for Humanity Lab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OECD AI Principles and OECD.AI Observatory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 AI Act, AU Strategy, ASEAN Guide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UK approach, US NIST AI RMF, China approach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7920" y="1572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Six scoring dimensions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54496" y="2011680"/>
            <a:ext cx="50749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principles alignment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classification clarity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Institutional coordination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 and assurance linkages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International cooperation</a:t>
            </a:r>
            <a:endParaRPr lang="en-US" sz="1450" dirty="0"/>
          </a:p>
          <a:p>
            <a:r>
              <a:rPr lang="en-US" sz="14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Inclusion and capacity building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49808" y="498348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Scoring method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534924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465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dimension is scored from 1 to 5. The total score is calculated out of 30 and converted into an interoperability readiness percentage. Scores are interpretive and evidence-based, not official rankings.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Interoperability Index | Samina Saadia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lobal_ai_governance_network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928" y="45720"/>
            <a:ext cx="10149840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_governance_interoperability_readiness_s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4808" y="45720"/>
            <a:ext cx="9022080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regulatory_philosophy_matrix_for_ai_govern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928" y="45720"/>
            <a:ext cx="10149840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from_fragmentation_to_interopera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928" y="45720"/>
            <a:ext cx="10149840" cy="6766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11480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this portfolio project demonstrates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612648" y="960120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50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proof of capability for AI governance synthesis and visual policy communication.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13232" y="15727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outputs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49808" y="1993392"/>
            <a:ext cx="480060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Comparative mapping table and scoring workbook</a:t>
            </a:r>
            <a:endParaRPr lang="en-US" sz="1550" dirty="0"/>
          </a:p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brief with clear narrative and evidence notes</a:t>
            </a:r>
            <a:endParaRPr lang="en-US" sz="1550" dirty="0"/>
          </a:p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artefacts for white-paper style communication</a:t>
            </a:r>
            <a:endParaRPr lang="en-US" sz="1550" dirty="0"/>
          </a:p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Presentation-ready synthesis deck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172200" y="15727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Capabilities evidenced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217920" y="1993392"/>
            <a:ext cx="4937760" cy="18288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Neutral synthesis of complex governance inputs</a:t>
            </a:r>
            <a:endParaRPr lang="en-US" sz="1550" dirty="0"/>
          </a:p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Comparative policy analysis across countries and regions</a:t>
            </a:r>
            <a:endParaRPr lang="en-US" sz="1550" dirty="0"/>
          </a:p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of abstract governance concepts into clear visuals</a:t>
            </a:r>
            <a:endParaRPr lang="en-US" sz="1550" dirty="0"/>
          </a:p>
          <a:p>
            <a:r>
              <a:rPr lang="en-US" sz="1550" dirty="0">
                <a:solidFill>
                  <a:srgbClr val="263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Structured, iterative documentation for international audiences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4846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 message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49808" y="52578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governance interoperability is less about uniformity and more about connection: shared principles, comparable risk approaches, standards exchange, cooperation, and inclusion.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Governance Interoperability Index | Samina Saadia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Governance Interoperability Index</dc:title>
  <dc:subject>AI Governance Interoperability Index</dc:subject>
  <dc:creator>Samina Saadia</dc:creator>
  <cp:lastModifiedBy>Samina Saadia</cp:lastModifiedBy>
  <cp:revision>1</cp:revision>
  <dcterms:created xsi:type="dcterms:W3CDTF">2026-06-01T09:28:02Z</dcterms:created>
  <dcterms:modified xsi:type="dcterms:W3CDTF">2026-06-01T09:28:02Z</dcterms:modified>
</cp:coreProperties>
</file>